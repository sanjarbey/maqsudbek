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89" autoAdjust="0"/>
    <p:restoredTop sz="94660"/>
  </p:normalViewPr>
  <p:slideViewPr>
    <p:cSldViewPr snapToGrid="0">
      <p:cViewPr>
        <p:scale>
          <a:sx n="75" d="100"/>
          <a:sy n="75" d="100"/>
        </p:scale>
        <p:origin x="902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presProps" Target="pres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2" Type="http://schemas.openxmlformats.org/officeDocument/2006/relationships/slideMaster" Target="slideMasters/slideMaster2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theme" Target="theme/theme1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870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721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52460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5039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04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839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936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0571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80187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3696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1954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78074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8928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49398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45792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1426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52850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43657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688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600865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671536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1700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88186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en-US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09854C-0237-43CD-96D8-1FD8B56CD33F}" type="datetimeFigureOut">
              <a:rPr lang="en-US" smtClean="0"/>
              <a:t>6/17/2026</a:t>
            </a:fld>
            <a:endParaRPr lang="en-US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EA1936-2CC6-4F36-8A3A-11AD129DDA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0384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/>
        </p:nvSpPr>
        <p:spPr>
          <a:xfrm>
            <a:off x="146304" y="115184"/>
            <a:ext cx="1170432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O‘ZBEKISTON RESPUBLIKASI BANK-MOLIYA AKADEMIYASI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BIZNES VA MENEJMENT FAKULTETI BIZNESNI BOSHQARISH KAFEDRASI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3157220" y="1663870"/>
            <a:ext cx="6066533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JUMABOYEV MAQSUD PARXOD O‘G‘LI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6" name="Прямоугольник 5"/>
          <p:cNvSpPr/>
          <p:nvPr/>
        </p:nvSpPr>
        <p:spPr>
          <a:xfrm>
            <a:off x="576071" y="2599375"/>
            <a:ext cx="1108252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0"/>
              </a:spcAf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TIJORAT BANKLARIDA MUAMMOLI KREDITLARNING VUJUDGA KELISHI VA OQIBATLARINI HAL ETISH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YOʻLLARI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4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spcAft>
                <a:spcPts val="0"/>
              </a:spcAft>
            </a:pP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(ATB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Hamkorbank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misolida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</a:t>
            </a:r>
            <a:endParaRPr lang="en-US" sz="24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1024128" y="3755709"/>
            <a:ext cx="1074420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0"/>
              </a:spcAft>
            </a:pP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70410901 -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Biznesni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boshqarish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(Master of Business Administration-MBA) General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magistratura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mutaxassisligi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bo‘yicha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magistr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akademik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darajasini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olish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uchun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yozilgan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dissertatasiaysi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sz="2000" dirty="0" smtClean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Прямоугольник 7"/>
          <p:cNvSpPr/>
          <p:nvPr/>
        </p:nvSpPr>
        <p:spPr>
          <a:xfrm>
            <a:off x="7507704" y="5527596"/>
            <a:ext cx="468429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Ilmiy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rahbar: PhD., dots. </a:t>
            </a:r>
            <a:r>
              <a:rPr lang="en-US" sz="20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O.M.Axmedov</a:t>
            </a:r>
            <a:r>
              <a:rPr lang="en-US" sz="20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5102850" y="6422207"/>
            <a:ext cx="21752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TOSHKENT </a:t>
            </a:r>
            <a:r>
              <a:rPr lang="en-US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sym typeface="Symbol" panose="05050102010706020507" pitchFamily="18" charset="2"/>
              </a:rPr>
              <a:t></a:t>
            </a:r>
            <a:r>
              <a:rPr lang="en-US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 2026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2269936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74320" y="184057"/>
            <a:ext cx="11567160" cy="66739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447675" algn="just">
              <a:lnSpc>
                <a:spcPct val="150000"/>
              </a:lnSpc>
              <a:spcAft>
                <a:spcPts val="1200"/>
              </a:spcAft>
            </a:pP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Dissertatsiya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mavzusining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asoslanishi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dolzarbligi</a:t>
            </a:r>
            <a:r>
              <a:rPr lang="en-US" sz="2400" b="1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Zamonaviy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globallashuv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jarayonlari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xalqaro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bozorlaridagi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yuqori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volatillik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hamda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makroiqtisodiy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geosiyosiy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tebranishlar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sharoitida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tizimlarining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barqarorligini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ta’minlash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davlatning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xavfsizligi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suverenitetining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fundamental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asosi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hisoblanadi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Dunyo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miqyosida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bozorlarining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jadal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sur’atlar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bilan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ekspansiya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qilinishi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banklararo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raqobatning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an’anaviy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formatlardan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raqamli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ekotizimlar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darajasiga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koʻchishi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moliyaviy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xavf-xatarlarning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transchegaraviy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transfer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boʻlish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tezligi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hamda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sikllarning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oʻzgaruvchanligi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aktivlari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xususan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portfellarining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masalasini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global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iqtisodiyotning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oʻtkir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muammolaridan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biriga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aylantirdi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Xalqaro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institutlari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yetakchi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reyting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agentliklarining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tadqiqotlari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koʻrsatadiki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bank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tizimidagi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inqirozli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holatlarning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qariyb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80-90\%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qismi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bevosita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risklarining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notoʻgʻri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baholanishi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buning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oqibatida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aktivlarning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me’yordan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ortib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ketishi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bilan </a:t>
            </a:r>
            <a:r>
              <a:rPr lang="en-US" sz="24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bogʻliqdir</a:t>
            </a:r>
            <a:r>
              <a:rPr lang="en-US" sz="24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18868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109728" y="181969"/>
            <a:ext cx="11951208" cy="65003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Ushbu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xalqaro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moliyaviy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tendensiyalar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risklarning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transfer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boʻlish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tabiati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kontekstida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Oʻzbekiston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Respublikasining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bank-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oʻzining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tarixiy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institutsional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jihatdan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mas’uliyatli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—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transformatsiya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chuqur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tarkibiy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islohotlar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bosqichini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boshidan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kechirmoqda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Mamlakatimizda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amalga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oshirilayotgan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liberalizatsiya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valyuta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bozorining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erkinlashtirilishi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tashqi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savdoning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diversifikatsiya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qilinishi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natijasida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tijorat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banklarining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milliy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iqtisodiyotni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moliyalashtirishdagi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roli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tubdan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oʻzgardi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Kreditlash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hajmining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yalpi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ichki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mahsulot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(YIM)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oʻsish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sur’atlaridan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ilgarilab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ketishi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tomondan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tadbirkorlik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subyektlarini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qoʻllab-quvvatlashga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xizmat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qilgan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boʻlsa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ikkinchi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tomondan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bank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balanslarida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risk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kontsentratsiyasining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ortishiga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olib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keldi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  <a:p>
            <a:pPr marL="457200" indent="457200" algn="just">
              <a:lnSpc>
                <a:spcPct val="150000"/>
              </a:lnSpc>
              <a:spcAft>
                <a:spcPts val="0"/>
              </a:spcAft>
            </a:pP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Oʻzbekiston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Respublikasi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Markaziy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statistik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ma’lumotlari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dinamik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tahlillari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koʻrsatadiki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portfelining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miqdoriy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ekspansiyasi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doim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ham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sifati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bilan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mutanosib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kechayotgani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yoʻq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Iqtisodiyotning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tarkibiy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transformatsiyalashuvi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jarayonida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ayrim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tarmoqlarda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toʻlov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intizomining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susayishi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qarz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oluvchi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korxonalarning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marketing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strategik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xatolari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tufayli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moliyaviy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barqarorligini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yoʻqotishi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shuningdek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banklarning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oʻzida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monitoringi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tizimining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post-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faktum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(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ya’ni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muammo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yuzaga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kelgandan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keyingina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)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xarakterga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ekanligi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muammoli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kreditlar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ulushining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tebranishiga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sabab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boʻlmoqda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735373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/>
          <p:cNvSpPr/>
          <p:nvPr/>
        </p:nvSpPr>
        <p:spPr>
          <a:xfrm>
            <a:off x="100584" y="90774"/>
            <a:ext cx="11576304" cy="18896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maqsadi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—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omillarini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chuqur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faoliyati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barqarorligi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ko‘rsatkichlariga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shuningdek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kamaytirish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chiqishdan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100584" y="1980394"/>
            <a:ext cx="11942064" cy="4672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25000"/>
              </a:lnSpc>
              <a:spcAft>
                <a:spcPts val="0"/>
              </a:spcAft>
            </a:pP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vazifalari</a:t>
            </a:r>
            <a:r>
              <a:rPr lang="en-US" sz="20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en-US" sz="2000" b="1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yondashuvlarini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sabablari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bank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boshqaruvi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makroiqtisodiy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oluvchilarning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xatti-harakati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bilan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faktorlarni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portfeli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misolida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ulushi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dinamikasi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tuzilmasini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tahlil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likvidligi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rentabelligi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barqarorligiga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amaliyotida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qo‘llanilayotgan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strategiyalari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ilg‘or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0" indent="-342900" algn="just">
              <a:lnSpc>
                <a:spcPct val="125000"/>
              </a:lnSpc>
              <a:spcAft>
                <a:spcPts val="0"/>
              </a:spcAft>
              <a:buFont typeface="Symbol" panose="05050102010706020507" pitchFamily="18" charset="2"/>
              <a:buChar char=""/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O‘zbekistonda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qisqartirish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oluvchilarni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monitoringini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taklif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tavsiyalar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5000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985596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400" b="1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muammolari</a:t>
            </a: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56616" y="651323"/>
            <a:ext cx="11329416" cy="61255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Birinchidan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kreditlash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jarayonida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risklarni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baholashning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yetarli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darajada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takomillashmaganligi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Ko‘plab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tijorat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banklarida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qarz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oluvchilarning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moliyaviy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holatini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baholash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kreditni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qaytarish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imkoniyatlarini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prognozlash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riskini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aniqlash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metodlari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zamonaviy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talablarga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to‘liq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javob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bermaydi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Markaziy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bank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ma'lumotlariga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2023-yilda NPL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darajasi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nisbatan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barqaror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saqlanib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turgan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-da, 2024-yilning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birinchi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yarmiga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kelib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muammoli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kreditlarning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mutlaq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hajmi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21 trillion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so‘mdan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oshib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ketdi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2026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yillarga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kelib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ko‘rilgan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choralar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hisobiga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umumiy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NPL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ulushi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3.1% - 3.3%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atrofida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barqarorlashayotgan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bo‘lsa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-da, summa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ko‘rinishida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hamon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yuqoriligicha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qolmoqda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endParaRPr lang="en-US" sz="22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Ikkinchidan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monitoringi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nazorat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jarayonlarining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sustligi</a:t>
            </a:r>
            <a:r>
              <a:rPr lang="en-US" sz="22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berilganidan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keyin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qarz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oluvchining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faoliyatini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kuzatish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to‘lov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intizomini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nazorat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qilish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o‘z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vaqtida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choralar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ko‘rish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mexanizmlaridagi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kamchiliklar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muammoli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kreditlarning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yuzaga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kelishiga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sabab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sz="22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bo‘lmoqda</a:t>
            </a:r>
            <a:r>
              <a:rPr lang="en-US" sz="22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sz="22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69823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4985596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400" b="1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muammolari</a:t>
            </a: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56032" y="661470"/>
            <a:ext cx="11494008" cy="60386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Uchinchidan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oluvchilarning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savodxonligi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to‘lov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intizomining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pastligi</a:t>
            </a:r>
            <a:r>
              <a:rPr lang="en-US" sz="2000" b="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Yuridik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jismoniy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shaxslar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kreditlardan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foydalanmaslik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zimmasidagi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majburiyatlarni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to‘liq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anglamaslik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hajmini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oshirmoqda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esa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aholining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ommaviy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ravishda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“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qopqoni”ga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(debt trap)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tushib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qolishiga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barqarorligi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pasayishiga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jamiyatda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ijtimoiy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muammolarning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ortishiga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rtinchidan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Makroiqtisodiy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beqarorlikning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portfeliga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ta’siri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Inflyatsiya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o‘zgarishi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sikllar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valyuta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tebranishlari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tashqi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qarzdorlik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oshishi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qaytishiga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salbiy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ko‘rsatmoqda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Beshinchidan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Banklarning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boshqaruv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tizimidagi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kamchiliklar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Risk-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menejment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komplayens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audit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qo‘mitasi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faoliyatining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yetarlicha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ishlamasligi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kechiktiradi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Oltinchidan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portfeli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tarkibining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nomutanosibligi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Muayyan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tarmoqlarga</a:t>
            </a:r>
            <a:r>
              <a:rPr lang="en-US" sz="2000" b="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b="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ortiqcha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yo‘naltirilishi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diversifikatsiyaning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pastligi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risklarini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oshiradi</a:t>
            </a:r>
            <a:r>
              <a:rPr lang="en-US" sz="2000" dirty="0" smtClean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3747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-21896"/>
            <a:ext cx="12049759" cy="169514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82563" indent="711200" algn="just">
              <a:lnSpc>
                <a:spcPct val="150000"/>
              </a:lnSpc>
              <a:spcAft>
                <a:spcPts val="0"/>
              </a:spcAft>
            </a:pP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400" b="1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savollari.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Ushbu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mavzusi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bugungi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kunda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faoliyatida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dolzarb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masalalardan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bo‘lib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quyidagi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savollarni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o‘rtaga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chiqarmoqda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endParaRPr lang="en-US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75920" y="1876812"/>
            <a:ext cx="1154176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4767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omillari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nimalardan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iborat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shakllanadi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baholashning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amaldagi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oldini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olishda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qanchalik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Ikkinchidan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qarz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oluvchilarning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to‘lov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intizomi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madaniyatini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oshirish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ulushini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kamaytirishga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qanchalik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portfeli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tarkibidagi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nomutanosiblik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ko‘payishiga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ko‘rsatadi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0005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-43345" y="0"/>
            <a:ext cx="5072286" cy="66954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0215" algn="just">
              <a:lnSpc>
                <a:spcPct val="150000"/>
              </a:lnSpc>
              <a:spcAft>
                <a:spcPts val="0"/>
              </a:spcAft>
            </a:pPr>
            <a:r>
              <a:rPr lang="en-US" sz="28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800" b="1" i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asosiy</a:t>
            </a:r>
            <a:r>
              <a:rPr lang="en-US" sz="2800" b="1" i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savollari:</a:t>
            </a:r>
            <a:endParaRPr lang="en-US" sz="2000" b="1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74320" y="587148"/>
            <a:ext cx="11663680" cy="56323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To‘rtinchidan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tomonidan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garov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ta’minotini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baholashning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zamonaviy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usullari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qo‘llanilmoqda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takomillashtirish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nimani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talab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Beshinchidan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dunyo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amaliyotida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ilg‘or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sharoitida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mumkinmi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Oltinchidan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likvidligi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rentabelligi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moliyaviy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barqarorligiga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Yetinchidan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ichki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monitoring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tizimidagi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zaif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jihatlar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ko‘payishiga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hissa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qo‘shadi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Sakkizinchidan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makroiqtisodiy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omillar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inflyatsiya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iqtisodiy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o‘sish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sur’atlari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valyuta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kursi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tebranishlari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dinamikasiga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qanday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ko‘rsatmoqda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41410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223520" y="0"/>
            <a:ext cx="11572240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predmeti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omillari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faoliyatiga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ta’siri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kamaytirishning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majmuasidir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Tadqiqotning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obyekti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—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banklarining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faoliyati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xususan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portfeli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jarayonlari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bilan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amaliyotdir</a:t>
            </a:r>
            <a:r>
              <a:rPr lang="en-US" sz="24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 </a:t>
            </a:r>
            <a:endParaRPr lang="en-US" sz="24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2867890" y="3122746"/>
            <a:ext cx="7837980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natijalarining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ilmiy-nazariy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ahamiyati</a:t>
            </a:r>
            <a:endParaRPr lang="en-US" sz="20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Прямоугольник 3"/>
          <p:cNvSpPr/>
          <p:nvPr/>
        </p:nvSpPr>
        <p:spPr>
          <a:xfrm>
            <a:off x="325120" y="3508044"/>
            <a:ext cx="11572240" cy="33499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450215" algn="just">
              <a:lnSpc>
                <a:spcPct val="150000"/>
              </a:lnSpc>
            </a:pP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natijalarining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ilmiy-nazariy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ahamiyati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asoslarini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chuqurlashtirish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hamda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risklarini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baholash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yondashuvlarini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takomillashtirishga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Xususan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indent="450215" algn="just">
              <a:lnSpc>
                <a:spcPct val="150000"/>
              </a:lnSpc>
            </a:pP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kelib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omillari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asoslangan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tasnif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bank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portfelining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bilan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bog‘liq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xavflarni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aniqlash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ularning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shakllanish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mexanizmlarini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yanada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aniqroq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tushunishga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imkon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 err="1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beradi</a:t>
            </a:r>
            <a:r>
              <a:rPr lang="en-US" sz="24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solidFill>
                <a:prstClr val="black"/>
              </a:solidFill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0184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1892530" y="0"/>
            <a:ext cx="7837980" cy="5871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</a:pP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natijalarining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ilmiy-nazariy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amaliy</a:t>
            </a:r>
            <a:r>
              <a:rPr lang="en-US" sz="2400" b="1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b="1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ahamiyati</a:t>
            </a:r>
            <a:endParaRPr lang="en-US" sz="2000" b="1" dirty="0">
              <a:solidFill>
                <a:srgbClr val="2E74B5"/>
              </a:solidFill>
              <a:effectLst/>
              <a:latin typeface="Calibri Light" panose="020F03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Прямоугольник 2"/>
          <p:cNvSpPr/>
          <p:nvPr/>
        </p:nvSpPr>
        <p:spPr>
          <a:xfrm>
            <a:off x="304800" y="780719"/>
            <a:ext cx="116332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Xalqaro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tajribalarni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o‘rganish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kamaytirish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jarayoniga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oid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konseptlar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uyg‘unlashtiriladi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O‘zbekiston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qo‘llanishi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mumkin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bo‘lgan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moslashtirilgan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yechimlarni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shakllantiradi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Risk-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menejment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siyosatini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optimallashtirishga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qaratilgan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ilmiy-nazariy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takliflar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ishlab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chiqiladi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Bu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tijorat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banklarida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sifatini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yaxshilash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NPL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darajasini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pasaytirishga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xizmat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qiluvchi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konseptual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mustahkamlaydi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 smtClean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indent="450215" algn="just">
              <a:lnSpc>
                <a:spcPct val="150000"/>
              </a:lnSpc>
              <a:spcAft>
                <a:spcPts val="0"/>
              </a:spcAft>
            </a:pP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Umuman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olganda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tadqiqot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natijalari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tizimidagi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mavjud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ilmiy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yondashuvlarni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boyitadi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muammoli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kreditlarni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samarali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boshqarish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bo‘yicha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yangi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nazariy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qarashlarni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shakllantiradi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va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milliy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bank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tizimi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rivojlanishi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uchun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muhim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metodologik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asos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yaratadi</a:t>
            </a:r>
            <a:r>
              <a:rPr lang="en-US" sz="2000" dirty="0" smtClean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844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</TotalTime>
  <Words>1128</Words>
  <Application>Microsoft Office PowerPoint</Application>
  <PresentationFormat>Широкоэкранный</PresentationFormat>
  <Paragraphs>47</Paragraphs>
  <Slides>10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Symbol</vt:lpstr>
      <vt:lpstr>Times New Roman</vt:lpstr>
      <vt:lpstr>Ретро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USER</cp:lastModifiedBy>
  <cp:revision>21</cp:revision>
  <dcterms:created xsi:type="dcterms:W3CDTF">2026-06-17T18:40:06Z</dcterms:created>
  <dcterms:modified xsi:type="dcterms:W3CDTF">2026-06-17T18:59:28Z</dcterms:modified>
</cp:coreProperties>
</file>